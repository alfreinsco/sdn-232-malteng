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00600" cy="68580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lte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121" y="530352"/>
            <a:ext cx="685157" cy="8412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6192" y="621792"/>
            <a:ext cx="2514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SD NEGERI 232
MALUKU TENGAH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1965960" cy="310896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PRESENTASI APLIKASI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41448"/>
            <a:ext cx="36576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Sistem Informasi
Jadwal Pelajaran
dan Nilai Siswa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617720"/>
            <a:ext cx="35204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E0F2FE"/>
                </a:solidFill>
                <a:latin typeface="Aptos"/>
              </a:rPr>
              <a:t>Pengelolaan akademik sekolah yang lebih tertib, aman, dan mudah digunakan.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594360"/>
            <a:ext cx="62636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0-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1381506"/>
            <a:ext cx="5870448" cy="40766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6181344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AE6FD"/>
                </a:solidFill>
                <a:latin typeface="Aptos"/>
              </a:rPr>
              <a:t>Asia/Jayapura - 2026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2139696" cy="310896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369A1"/>
                </a:solidFill>
                <a:latin typeface="Aptos"/>
              </a:rPr>
              <a:t>LATAR BELAKANG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Mengapa aplikasi ini dibutuhkan?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52728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Data akademik perlu tersusun agar mudah ditemukan dan tidak saling bertabrakan.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34290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212848"/>
            <a:ext cx="594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284C7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85292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ptos"/>
              </a:rPr>
              <a:t>Data tersebar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438144"/>
            <a:ext cx="2852928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ptos"/>
              </a:rPr>
              <a:t>Data guru, siswa, kelas, jadwal, dan nilai sulit dipantau jika berada di banyak catatan.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965960"/>
            <a:ext cx="34290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2" y="2212848"/>
            <a:ext cx="594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284C7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285292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ptos"/>
              </a:rPr>
              <a:t>Risiko kesalahan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3438144"/>
            <a:ext cx="2852928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ptos"/>
              </a:rPr>
              <a:t>Jadwal dapat bentrok dan nilai dapat tertukar bila proses tidak memiliki validasi.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965960"/>
            <a:ext cx="34290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212848"/>
            <a:ext cx="594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284C7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285292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ptos"/>
              </a:rPr>
              <a:t>Laporan lambat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7072" y="3438144"/>
            <a:ext cx="2852928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Aptos"/>
              </a:rPr>
              <a:t>Rekap manual membutuhkan waktu dan menyulitkan pemantauan kepala sekolah.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42432"/>
            <a:ext cx="10927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369A1"/>
                </a:solidFill>
                <a:latin typeface="Aptos"/>
              </a:rPr>
              <a:t>Aplikasi menyatukan proses tersebut dalam satu tempat.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SD Negeri 232 Maluku Tengah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335024" cy="310896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369A1"/>
                </a:solidFill>
                <a:latin typeface="Aptos"/>
              </a:rPr>
              <a:t>SOLUSI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Satu aplikasi untuk kegiatan akademik utama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52728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Pengguna melihat fitur sesuai tanggung jawabnya.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4800600" cy="4005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dmi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263" y="2011680"/>
            <a:ext cx="2000232" cy="36393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06440" y="1920240"/>
            <a:ext cx="53492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 b="1">
                <a:solidFill>
                  <a:srgbClr val="0F172A"/>
                </a:solidFill>
                <a:latin typeface="Aptos"/>
              </a:rPr>
              <a:t>Terpusat - </a:t>
            </a:r>
            <a:r>
              <a:rPr sz="1800">
                <a:solidFill>
                  <a:srgbClr val="475569"/>
                </a:solidFill>
                <a:latin typeface="Aptos"/>
              </a:rPr>
              <a:t>data akademik berada dalam satu sistem.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0F172A"/>
                </a:solidFill>
                <a:latin typeface="Aptos"/>
              </a:rPr>
              <a:t>Terkendali - </a:t>
            </a:r>
            <a:r>
              <a:rPr sz="1800">
                <a:solidFill>
                  <a:srgbClr val="475569"/>
                </a:solidFill>
                <a:latin typeface="Aptos"/>
              </a:rPr>
              <a:t>setiap pengguna memiliki akses yang berbeda.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0F172A"/>
                </a:solidFill>
                <a:latin typeface="Aptos"/>
              </a:rPr>
              <a:t>Tervalidasi - </a:t>
            </a:r>
            <a:r>
              <a:rPr sz="1800">
                <a:solidFill>
                  <a:srgbClr val="475569"/>
                </a:solidFill>
                <a:latin typeface="Aptos"/>
              </a:rPr>
              <a:t>jadwal bentrok dan nilai tidak sah ditolak.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0F172A"/>
                </a:solidFill>
                <a:latin typeface="Aptos"/>
              </a:rPr>
              <a:t>Siap laporan - </a:t>
            </a:r>
            <a:r>
              <a:rPr sz="1800">
                <a:solidFill>
                  <a:srgbClr val="475569"/>
                </a:solidFill>
                <a:latin typeface="Aptos"/>
              </a:rPr>
              <a:t>hasil dapat dipantau, dicetak, dan diunduh sebagai PDF.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5230368"/>
            <a:ext cx="5303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369A1"/>
                </a:solidFill>
                <a:latin typeface="Aptos"/>
              </a:rPr>
              <a:t>Tujuan akhirnya: pekerjaan lebih cepat dan data lebih dapat dipercaya.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SD Negeri 232 Maluku Tengah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536192" cy="310896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369A1"/>
                </a:solidFill>
                <a:latin typeface="Aptos"/>
              </a:rPr>
              <a:t>PENGGUNA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Empat jenis pengguna, empat kebutuhan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52728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Menu dan data otomatis dibatasi berdasarkan role akun.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521208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2167127"/>
            <a:ext cx="868680" cy="8686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295144"/>
            <a:ext cx="868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167127"/>
            <a:ext cx="34747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624327"/>
            <a:ext cx="3474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Kelola seluruh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74519"/>
            <a:ext cx="521208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19672" y="2167127"/>
            <a:ext cx="868680" cy="8686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2295144"/>
            <a:ext cx="868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167127"/>
            <a:ext cx="34747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GURU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2624327"/>
            <a:ext cx="3474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Jadwal dan input nilai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13048"/>
            <a:ext cx="521208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6112" y="4105656"/>
            <a:ext cx="868680" cy="86868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233672"/>
            <a:ext cx="868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105656"/>
            <a:ext cx="34747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SISWA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562856"/>
            <a:ext cx="3474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Jadwal dan nilai sendiri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813048"/>
            <a:ext cx="521208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19672" y="4105656"/>
            <a:ext cx="868680" cy="868680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4233672"/>
            <a:ext cx="868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4105656"/>
            <a:ext cx="34747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KEPALA SEKOLAH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4562856"/>
            <a:ext cx="3474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Monitoring dan laporan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SD Negeri 232 Maluku Tengah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234440" cy="310896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369A1"/>
                </a:solidFill>
                <a:latin typeface="Aptos"/>
              </a:rPr>
              <a:t>AKSES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Masuk dengan akun sekolah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52728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Registrasi umum dinonaktifkan; akun dibuat dan dikelola oleh Admin.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737360"/>
            <a:ext cx="7315200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0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654" y="1901952"/>
            <a:ext cx="5859475" cy="406908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8275320" y="1920240"/>
            <a:ext cx="420624" cy="420624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5672" y="1911096"/>
            <a:ext cx="2624328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Isi akun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05672" y="2148840"/>
            <a:ext cx="26243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Masukkan username atau email.</a:t>
            </a:r>
          </a:p>
        </p:txBody>
      </p:sp>
      <p:sp>
        <p:nvSpPr>
          <p:cNvPr id="10" name="Oval 9"/>
          <p:cNvSpPr/>
          <p:nvPr/>
        </p:nvSpPr>
        <p:spPr>
          <a:xfrm>
            <a:off x="8275320" y="2971800"/>
            <a:ext cx="420624" cy="420624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05672" y="2962656"/>
            <a:ext cx="2624328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Isi password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5672" y="3200400"/>
            <a:ext cx="26243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Gunakan password yang diberikan sekolah.</a:t>
            </a:r>
          </a:p>
        </p:txBody>
      </p:sp>
      <p:sp>
        <p:nvSpPr>
          <p:cNvPr id="13" name="Oval 12"/>
          <p:cNvSpPr/>
          <p:nvPr/>
        </p:nvSpPr>
        <p:spPr>
          <a:xfrm>
            <a:off x="8275320" y="4023360"/>
            <a:ext cx="420624" cy="420624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05672" y="4014216"/>
            <a:ext cx="2624328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Tekan Masuk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05672" y="4251960"/>
            <a:ext cx="26243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Dashboard tampil sesuai role pengguna.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5303520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11D48"/>
                </a:solidFill>
                <a:latin typeface="Aptos"/>
              </a:rPr>
              <a:t>Akun nonaktif otomatis ditolak.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SD Negeri 232 Maluku Tengah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234440" cy="310896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369A1"/>
                </a:solidFill>
                <a:latin typeface="Aptos"/>
              </a:rPr>
              <a:t>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Dashboard dan kendali utama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52728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Admin melihat ringkasan kondisi sekolah dan mengelola seluruh data akademik.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7315200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dmi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998" y="1920240"/>
            <a:ext cx="2221363" cy="40416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75320" y="2011680"/>
            <a:ext cx="306324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Aptos"/>
              </a:rPr>
              <a:t>Ringkasan - </a:t>
            </a:r>
            <a:r>
              <a:rPr sz="1600">
                <a:solidFill>
                  <a:srgbClr val="475569"/>
                </a:solidFill>
                <a:latin typeface="Aptos"/>
              </a:rPr>
              <a:t>guru, siswa, kelas, mata pelajaran, pengajaran, dan jadwal.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Aptos"/>
              </a:rPr>
              <a:t>Periode aktif - </a:t>
            </a:r>
            <a:r>
              <a:rPr sz="1600">
                <a:solidFill>
                  <a:srgbClr val="475569"/>
                </a:solidFill>
                <a:latin typeface="Aptos"/>
              </a:rPr>
              <a:t>tahun ajaran dan semester yang sedang berjalan.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Aptos"/>
              </a:rPr>
              <a:t>Status akademik - </a:t>
            </a:r>
            <a:r>
              <a:rPr sz="1600">
                <a:solidFill>
                  <a:srgbClr val="475569"/>
                </a:solidFill>
                <a:latin typeface="Aptos"/>
              </a:rPr>
              <a:t>progres nilai, penempatan siswa, dan kegiatan hari ini.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4800600"/>
            <a:ext cx="2971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369A1"/>
                </a:solidFill>
                <a:latin typeface="Aptos"/>
              </a:rPr>
              <a:t>Semua informasi penting terlihat tanpa membuka banyak halaman.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SD Negeri 232 Maluku Tengah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837943" cy="310896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369A1"/>
                </a:solidFill>
                <a:latin typeface="Aptos"/>
              </a:rPr>
              <a:t>MASTER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Data dasar yang saling terhubung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52728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Admin mengisi data sekali, lalu menggunakannya pada jadwal, nilai, dan laporan.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48716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039112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284C7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2011680"/>
            <a:ext cx="16276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Tahun Ajaran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828800"/>
            <a:ext cx="248716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2039112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284C7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78808" y="2011680"/>
            <a:ext cx="16276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Semester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828800"/>
            <a:ext cx="248716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2039112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284C7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3448" y="2011680"/>
            <a:ext cx="16276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Guru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828800"/>
            <a:ext cx="248716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54312" y="2039112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284C7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48088" y="2011680"/>
            <a:ext cx="16276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Siswa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926080"/>
            <a:ext cx="248716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136392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284C7"/>
                </a:solidFill>
                <a:latin typeface="Aptos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108960"/>
            <a:ext cx="16276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Kelas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2926080"/>
            <a:ext cx="248716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85032" y="3136392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284C7"/>
                </a:solidFill>
                <a:latin typeface="Aptos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78808" y="3108960"/>
            <a:ext cx="16276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Mata Pelajaran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2926080"/>
            <a:ext cx="248716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3136392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284C7"/>
                </a:solidFill>
                <a:latin typeface="Aptos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3448" y="3108960"/>
            <a:ext cx="16276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Jam Pelajaran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9720" y="2926080"/>
            <a:ext cx="248716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54312" y="3136392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284C7"/>
                </a:solidFill>
                <a:latin typeface="Aptos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48088" y="3108960"/>
            <a:ext cx="16276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Pengguna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251960"/>
            <a:ext cx="5413248" cy="13258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4517136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369A1"/>
                </a:solidFill>
                <a:latin typeface="Aptos"/>
              </a:rPr>
              <a:t>Riwayat tetap aman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910328"/>
            <a:ext cx="4754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Data yang sudah dipakai dinonaktifkan, bukan sembarang dihapus.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4251960"/>
            <a:ext cx="51663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4517136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Tabel modern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910328"/>
            <a:ext cx="4526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Aptos"/>
              </a:rPr>
              <a:t>Search, filter, sorting, bulk action, URL state, dan urutan jam drag-and-drop.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SD Negeri 232 Maluku Tengah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335024" cy="310896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369A1"/>
                </a:solidFill>
                <a:latin typeface="Aptos"/>
              </a:rPr>
              <a:t>JADWAL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Jadwal mudah dibaca dan bebas bentrok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52728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Sistem memeriksa konflik sebelum jadwal disimpan.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7132320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dmin-jadwal-pelajar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813" y="1920240"/>
            <a:ext cx="4288852" cy="40416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92440" y="1847088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2084832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284C7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201168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Bentrok kelas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322576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Satu kelas tidak boleh memiliki dua pelajaran pada waktu yang sama.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3172968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3410711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284C7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333756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Bentrok guru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3648456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Satu guru tidak boleh mengajar dua kelas pada waktu yang sama.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4498848"/>
            <a:ext cx="3429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4736592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284C7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466344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Duplikat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4974336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Jadwal yang sama tidak dapat disimpan dua kali.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SD Negeri 232 Maluku Tengah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143000" cy="310896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369A1"/>
                </a:solidFill>
                <a:latin typeface="Aptos"/>
              </a:rPr>
              <a:t>GURU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Input nilai banyak siswa sekaligus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52728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Guru memilih pengajaran dan bulan, kemudian mengisi Minggu 1 sampai Minggu 4.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7635240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uru-input-nilai-teri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227" y="1920240"/>
            <a:ext cx="5082945" cy="40416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49640" y="1965960"/>
            <a:ext cx="28346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>
                <a:solidFill>
                  <a:srgbClr val="0F172A"/>
                </a:solidFill>
                <a:latin typeface="Aptos"/>
              </a:rPr>
              <a:t>Cepat - </a:t>
            </a:r>
            <a:r>
              <a:rPr sz="1500">
                <a:solidFill>
                  <a:srgbClr val="475569"/>
                </a:solidFill>
                <a:latin typeface="Aptos"/>
              </a:rPr>
              <a:t>seluruh siswa muncul dalam satu tabel.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0F172A"/>
                </a:solidFill>
                <a:latin typeface="Aptos"/>
              </a:rPr>
              <a:t>Aman - </a:t>
            </a:r>
            <a:r>
              <a:rPr sz="1500">
                <a:solidFill>
                  <a:srgbClr val="475569"/>
                </a:solidFill>
                <a:latin typeface="Aptos"/>
              </a:rPr>
              <a:t>guru hanya dapat mengisi kelas yang diajar.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0F172A"/>
                </a:solidFill>
                <a:latin typeface="Aptos"/>
              </a:rPr>
              <a:t>Valid - </a:t>
            </a:r>
            <a:r>
              <a:rPr sz="1500">
                <a:solidFill>
                  <a:srgbClr val="475569"/>
                </a:solidFill>
                <a:latin typeface="Aptos"/>
              </a:rPr>
              <a:t>nilai harus 0-100; kosong berarti belum dinilai.</a:t>
            </a:r>
          </a:p>
          <a:p>
            <a:pPr>
              <a:spcAft>
                <a:spcPts val="900"/>
              </a:spcAft>
            </a:pPr>
            <a:r>
              <a:rPr sz="1500" b="1">
                <a:solidFill>
                  <a:srgbClr val="0F172A"/>
                </a:solidFill>
                <a:latin typeface="Aptos"/>
              </a:rPr>
              <a:t>Otomatis - </a:t>
            </a:r>
            <a:r>
              <a:rPr sz="1500">
                <a:solidFill>
                  <a:srgbClr val="475569"/>
                </a:solidFill>
                <a:latin typeface="Aptos"/>
              </a:rPr>
              <a:t>rata-rata menghitung nilai yang sudah terisi saja.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SD Negeri 232 Maluku Tengah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234440" cy="310896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369A1"/>
                </a:solidFill>
                <a:latin typeface="Aptos"/>
              </a:rPr>
              <a:t>SISWA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Siswa melihat jadwal dan nilainya sendiri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52728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Akses siswa dibatasi otomatis berdasarkan akun dan kelas aktif.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83080"/>
            <a:ext cx="544068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iswa-jadwal-pelajar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061" y="1965960"/>
            <a:ext cx="5047293" cy="39502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27648" y="1783080"/>
            <a:ext cx="521208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iswa-nilai-say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2185955"/>
            <a:ext cx="4846320" cy="351021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60120" y="5623560"/>
            <a:ext cx="1417320" cy="310896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369A1"/>
                </a:solidFill>
                <a:latin typeface="Aptos"/>
              </a:rPr>
              <a:t>JADWAL KELAS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5623560"/>
            <a:ext cx="1280160" cy="310896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369A1"/>
                </a:solidFill>
                <a:latin typeface="Aptos"/>
              </a:rPr>
              <a:t>NILAI SAYA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SD Negeri 232 Maluku Tengah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2139696" cy="310896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369A1"/>
                </a:solidFill>
                <a:latin typeface="Aptos"/>
              </a:rPr>
              <a:t>KEPALA SEKOLAH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Monitoring tanpa mengubah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52728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Kepala Sekolah memperoleh informasi untuk pengawasan dan pengambilan keputusan.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7269480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kepala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138" y="1920240"/>
            <a:ext cx="2221363" cy="40416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993392"/>
            <a:ext cx="2971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Aptos"/>
              </a:rPr>
              <a:t>Pantau - </a:t>
            </a:r>
            <a:r>
              <a:rPr sz="1600">
                <a:solidFill>
                  <a:srgbClr val="475569"/>
                </a:solidFill>
                <a:latin typeface="Aptos"/>
              </a:rPr>
              <a:t>jumlah data dan aktivitas akademik.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Aptos"/>
              </a:rPr>
              <a:t>Filter - </a:t>
            </a:r>
            <a:r>
              <a:rPr sz="1600">
                <a:solidFill>
                  <a:srgbClr val="475569"/>
                </a:solidFill>
                <a:latin typeface="Aptos"/>
              </a:rPr>
              <a:t>jadwal dan nilai berdasarkan kelas, guru, siswa, atau periode.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Aptos"/>
              </a:rPr>
              <a:t>Laporan - </a:t>
            </a:r>
            <a:r>
              <a:rPr sz="1600">
                <a:solidFill>
                  <a:srgbClr val="475569"/>
                </a:solidFill>
                <a:latin typeface="Aptos"/>
              </a:rPr>
              <a:t>cetak dan unduh PDF saat diperlukan.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F172A"/>
                </a:solidFill>
                <a:latin typeface="Aptos"/>
              </a:rPr>
              <a:t>Read-only - </a:t>
            </a:r>
            <a:r>
              <a:rPr sz="1600">
                <a:solidFill>
                  <a:srgbClr val="475569"/>
                </a:solidFill>
                <a:latin typeface="Aptos"/>
              </a:rPr>
              <a:t>tidak memiliki CRUD penuh seperti Admin.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SD Negeri 232 Maluku Tengah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435608" cy="310896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369A1"/>
                </a:solidFill>
                <a:latin typeface="Aptos"/>
              </a:rPr>
              <a:t>LAPORAN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Preview, cetak, dan unduh PDF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52728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Informasi sekolah dan periode ditampilkan pada laporan resmi.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486400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dmin-laporan-jadw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129" y="1920240"/>
            <a:ext cx="3774301" cy="40416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737360"/>
            <a:ext cx="5193792" cy="44074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dmin-laporan-nil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4565" y="1920240"/>
            <a:ext cx="3754821" cy="40416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96112" y="5623560"/>
            <a:ext cx="1645920" cy="310896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369A1"/>
                </a:solidFill>
                <a:latin typeface="Aptos"/>
              </a:rPr>
              <a:t>LAPORAN JADWAL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01968" y="5623560"/>
            <a:ext cx="1554480" cy="310896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369A1"/>
                </a:solidFill>
                <a:latin typeface="Aptos"/>
              </a:rPr>
              <a:t>LAPORAN NILAI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SD Negeri 232 Maluku Tengah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636776" cy="310896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369A1"/>
                </a:solidFill>
                <a:latin typeface="Aptos"/>
              </a:rPr>
              <a:t>RESPONSIF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Nyaman digunakan dari telepon genggam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52728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Menu berubah menjadi drawer dan tabel tetap dapat digeser secara horizontal.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3017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obile-guru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493" y="1901952"/>
            <a:ext cx="1825333" cy="39502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664207" y="5806440"/>
            <a:ext cx="1508760" cy="310896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369A1"/>
                </a:solidFill>
                <a:latin typeface="Aptos"/>
              </a:rPr>
              <a:t>GURU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737360"/>
            <a:ext cx="3017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obile-admin-sisw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813" y="1901952"/>
            <a:ext cx="1825333" cy="395020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367528" y="5806440"/>
            <a:ext cx="1508760" cy="310896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369A1"/>
                </a:solidFill>
                <a:latin typeface="Aptos"/>
              </a:rPr>
              <a:t>TABEL ADMIN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737360"/>
            <a:ext cx="3017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obile-siswa-nilai-say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7133" y="1901952"/>
            <a:ext cx="1825333" cy="395020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070848" y="5806440"/>
            <a:ext cx="1508760" cy="310896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369A1"/>
                </a:solidFill>
                <a:latin typeface="Aptos"/>
              </a:rPr>
              <a:t>SISWA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SD Negeri 232 Maluku Tengah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536192" cy="310896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369A1"/>
                </a:solidFill>
                <a:latin typeface="Aptos"/>
              </a:rPr>
              <a:t>KEAMANAN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Akses dan integritas data dijaga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52728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Perlindungan diterapkan di backend, bukan hanya menyembunyikan menu.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2120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65960"/>
            <a:ext cx="2057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Role &amp; permission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1947672"/>
            <a:ext cx="26517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Admin, Guru, Siswa, dan Kepala Sekolah memiliki izin berbeda.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83080"/>
            <a:ext cx="52120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965960"/>
            <a:ext cx="2057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Pencegahan IDOR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947672"/>
            <a:ext cx="26517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Guru dan siswa hanya mengambil data yang terkait dengan akun login.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00400"/>
            <a:ext cx="52120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383280"/>
            <a:ext cx="2057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Validasi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3364992"/>
            <a:ext cx="26517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Jadwal, nilai, akun, dan upload diperiksa sebelum disimpan.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200400"/>
            <a:ext cx="52120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383280"/>
            <a:ext cx="2057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Password aman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364992"/>
            <a:ext cx="26517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Password di-hash dan tidak pernah ditampilkan sebagai teks biasa.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617720"/>
            <a:ext cx="52120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800600"/>
            <a:ext cx="2057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Riwayat akademik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4782312"/>
            <a:ext cx="26517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Foreign key dan status nonaktif menjaga data historis.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617720"/>
            <a:ext cx="52120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4800600"/>
            <a:ext cx="2057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Pengujian otomatis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782312"/>
            <a:ext cx="26517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51 test dan 371 assertion memastikan aturan penting berjalan.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SD Negeri 232 Maluku Tengah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384048"/>
            <a:ext cx="1143000" cy="310896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369A1"/>
                </a:solidFill>
                <a:latin typeface="Aptos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Urutan demonstrasi yang disarankan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52728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Alur ini dapat disampaikan dalam sekitar 7-10 menit.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48840"/>
            <a:ext cx="166420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" y="2450592"/>
            <a:ext cx="713232" cy="713232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624328"/>
            <a:ext cx="7132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338328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ptos"/>
              </a:rPr>
              <a:t>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3822191"/>
            <a:ext cx="14630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Aptos"/>
              </a:rPr>
              <a:t>Masuk sebagai Admin.</a:t>
            </a:r>
          </a:p>
        </p:txBody>
      </p:sp>
      <p:sp>
        <p:nvSpPr>
          <p:cNvPr id="10" name="Chevron 9"/>
          <p:cNvSpPr/>
          <p:nvPr/>
        </p:nvSpPr>
        <p:spPr>
          <a:xfrm>
            <a:off x="2185416" y="2953512"/>
            <a:ext cx="228600" cy="320040"/>
          </a:xfrm>
          <a:prstGeom prst="chevron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41448" y="2148840"/>
            <a:ext cx="166420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16936" y="2450592"/>
            <a:ext cx="713232" cy="713232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16936" y="2624328"/>
            <a:ext cx="7132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338328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ptos"/>
              </a:rPr>
              <a:t>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2032" y="3822191"/>
            <a:ext cx="14630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Aptos"/>
              </a:rPr>
              <a:t>Jelaskan ringkasan sekolah.</a:t>
            </a:r>
          </a:p>
        </p:txBody>
      </p:sp>
      <p:sp>
        <p:nvSpPr>
          <p:cNvPr id="16" name="Chevron 15"/>
          <p:cNvSpPr/>
          <p:nvPr/>
        </p:nvSpPr>
        <p:spPr>
          <a:xfrm>
            <a:off x="4123944" y="2953512"/>
            <a:ext cx="228600" cy="320040"/>
          </a:xfrm>
          <a:prstGeom prst="chevron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79976" y="2148840"/>
            <a:ext cx="166420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55464" y="2450592"/>
            <a:ext cx="713232" cy="713232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55464" y="2624328"/>
            <a:ext cx="7132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38328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ptos"/>
              </a:rPr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822191"/>
            <a:ext cx="14630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Aptos"/>
              </a:rPr>
              <a:t>Tunjukkan anggota kelas dan urutan jam.</a:t>
            </a:r>
          </a:p>
        </p:txBody>
      </p:sp>
      <p:sp>
        <p:nvSpPr>
          <p:cNvPr id="22" name="Chevron 21"/>
          <p:cNvSpPr/>
          <p:nvPr/>
        </p:nvSpPr>
        <p:spPr>
          <a:xfrm>
            <a:off x="6062472" y="2953512"/>
            <a:ext cx="228600" cy="320040"/>
          </a:xfrm>
          <a:prstGeom prst="chevron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18504" y="2148840"/>
            <a:ext cx="166420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93992" y="2450592"/>
            <a:ext cx="713232" cy="713232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2624328"/>
            <a:ext cx="7132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338328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ptos"/>
              </a:rPr>
              <a:t>Jadwal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3822191"/>
            <a:ext cx="14630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Aptos"/>
              </a:rPr>
              <a:t>Tunjukkan pilihan bertingkat dan bentrok.</a:t>
            </a:r>
          </a:p>
        </p:txBody>
      </p:sp>
      <p:sp>
        <p:nvSpPr>
          <p:cNvPr id="28" name="Chevron 27"/>
          <p:cNvSpPr/>
          <p:nvPr/>
        </p:nvSpPr>
        <p:spPr>
          <a:xfrm>
            <a:off x="8001000" y="2953512"/>
            <a:ext cx="228600" cy="320040"/>
          </a:xfrm>
          <a:prstGeom prst="chevron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57032" y="2148840"/>
            <a:ext cx="166420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32520" y="2450592"/>
            <a:ext cx="713232" cy="713232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32520" y="2624328"/>
            <a:ext cx="7132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7616" y="338328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ptos"/>
              </a:rPr>
              <a:t>Nilai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7616" y="3822191"/>
            <a:ext cx="14630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Aptos"/>
              </a:rPr>
              <a:t>Masuk sebagai Guru dan isi nilai massal.</a:t>
            </a:r>
          </a:p>
        </p:txBody>
      </p:sp>
      <p:sp>
        <p:nvSpPr>
          <p:cNvPr id="34" name="Chevron 33"/>
          <p:cNvSpPr/>
          <p:nvPr/>
        </p:nvSpPr>
        <p:spPr>
          <a:xfrm>
            <a:off x="9939528" y="2953512"/>
            <a:ext cx="228600" cy="320040"/>
          </a:xfrm>
          <a:prstGeom prst="chevron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195560" y="2148840"/>
            <a:ext cx="166420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671048" y="2450592"/>
            <a:ext cx="713232" cy="713232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71048" y="2624328"/>
            <a:ext cx="7132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96144" y="338328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Aptos"/>
              </a:rPr>
              <a:t>Hasil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96144" y="3822191"/>
            <a:ext cx="14630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Aptos"/>
              </a:rPr>
              <a:t>Buka Nilai Saya dan laporan PDF.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280160" y="5074920"/>
            <a:ext cx="9601200" cy="65836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08760" y="5285232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369A1"/>
                </a:solidFill>
                <a:latin typeface="Aptos"/>
              </a:rPr>
              <a:t>Fokus pada manfaat dan alur kerja. Hindari penjelasan teknis yang terlalu dalam.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SD Negeri 232 Maluku Tengah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69A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malte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711" y="658368"/>
            <a:ext cx="908577" cy="11155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896112"/>
            <a:ext cx="5303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SD NEGERI 232 MALUKU TENGAH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148840"/>
            <a:ext cx="685800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Jadwal lebih tertib.
Nilai lebih mudah.
Laporan lebih cepat.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498848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0F2FE"/>
                </a:solidFill>
                <a:latin typeface="Aptos"/>
              </a:rPr>
              <a:t>Sistem Informasi Jadwal Pelajaran dan Nilai Siswa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371600"/>
            <a:ext cx="35661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79" y="1993392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0F172A"/>
                </a:solidFill>
                <a:latin typeface="Aptos"/>
              </a:rPr>
              <a:t>Terima Kasih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2697480"/>
            <a:ext cx="2834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369A1"/>
                </a:solidFill>
                <a:latin typeface="Aptos"/>
              </a:rPr>
              <a:t>Pertanyaan dan diskusi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3429000"/>
            <a:ext cx="25603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475569"/>
                </a:solidFill>
                <a:latin typeface="Aptos"/>
              </a:rPr>
              <a:t>Aplikasi siap digunakan untuk mendukung pengelolaan akademik sekolah.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4617720"/>
            <a:ext cx="1920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64748B"/>
                </a:solidFill>
                <a:latin typeface="Aptos"/>
              </a:rPr>
              <a:t>SISD 232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Presentasi Aplikasi SISD 232</dc:title>
  <dc:subject>Sistem Informasi Jadwal Pelajaran dan Nilai Siswa</dc:subject>
  <dc:creator>SD Negeri 232 Maluku Tengah</dc:creator>
  <cp:keywords>sekolah, jadwal, nilai, Laravel, SISD 232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